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tardes, quisiera comenzar con una pregunta simple: ¿Qué van a cocinar hoy en sus casas?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no lo saben, probablemente busquen en Google, le pregunten a la IA, o busquen esa receta que vieron en Instagram y guardaron para algún momento. Recetas se pueden encontrar en cualquier lado, pero bien organizadas en ninguno.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aún con la receta en mano, quedan preguntas: ¿cuánto me va a costar prepararla? ¿es saludable? Para responder eso nació Bocado.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Creamos esta aplicación porque creemos que alimentarse no significa comer más, sino comer mejor. Un bocado representa el equilibrio entre respetar las porciones, cuidar la economía personal y disfrutar de algo 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Bocado es más que una aplicación que guarda recetas: es un espacio para aprender, ahorrar y comer más sano. Nuestro propósito es centralizar esas experiencias en un único lugar, para que cualquiera construya su propio recetario digital mientras aprende de otros.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perfil es la carta de presentación a la comunidad, una oportunidad de exponer tu visión e intereses culinarios. El corazón de Bocado es la creación de recetas.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perfil es la carta de presentación a la comunidad, una oportunidad de exponer tu visión e intereses culinarios.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preparación queda documentada paso a paso: ingredientes con cantidades y precios, instrucciones detalladas, y etiquetas para facilitar la búsqueda.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preparación queda documentada paso a paso, con instrucciones detalladas y en orden intercambiable.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Etiquetas para facilitar la búsqueda, dificultad y estadísticas — entre otros campos que hacen de cada receta un proceso completo y replicable.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 clave: Calculadora de costos. ¿Cuánto compraste? ¿A qué precio? Indica proporcionalmente el costo en materia prima. Ideal para quienes no se llevan bien con los números, y un aliado fuerte para quien quiere emprender.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Bocado no es solo un recetario digital: es una comunidad especial. Cada usuario puede recorrer perfiles, descubrir cocineros y compartir recetas.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usuario puede recorrer perfiles, descubrir cocineros y compartir recetas. El descubrimiento ocurre naturalmente a través del feed principal. Si buscás algo específico, podés filtrar por nombre, autor o etiquetas.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confianza no la genera un algoritmo, sino las propias personas: likes, favoritos, calificaciones y seguidores. Todo bien que le hacés a la comunidad vuelve en forma de recomendaciones.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verdadero valor de una receta no está en tenerla, está en compartirla. En Bocado, cada publicación tiene un objetivo único: enseñar, aprender y compartir sobre cocina.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próximas features: un planificador semanal de comidas, análisis nutricional avanzado, perfiles profesionales para creadores de contenido gastronómico, y un sistema de monetización para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Apuntamos a una comunidad activa de miles de usuarios. Para eso proponemos una suscripción Premium: más espacio de guardado, distinciones especiales de perfil y mayor visibilidad dentro de la comunidad.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les presentamos Bocado, y los invitamos a formar parte de una comunidad que se preocupa por la salud y economía personal.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les presentamos Bocado, y los invitamos a formar parte de una comunidad que se preocupa por la salud y economía personal. Muchas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952500"/>
            <a:ext cx="533400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6900" y="1042988"/>
            <a:ext cx="114657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48" kern="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143000" y="3928765"/>
            <a:ext cx="6336759" cy="1048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1143000" y="5205859"/>
            <a:ext cx="549402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Aprender, compartir, ahorrar y comer mejor.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" y="8677275"/>
            <a:ext cx="3355277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Agustin Baied · Facundo Cuello · Franco Gabriel Fernandez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46690" y="0"/>
            <a:ext cx="10241161" cy="10287000"/>
          </a:xfrm>
          <a:prstGeom prst="rect">
            <a:avLst/>
          </a:prstGeom>
          <a:solidFill>
            <a:srgbClr val="1A140F"/>
          </a:solidFill>
          <a:ln/>
        </p:spPr>
      </p:sp>
      <p:sp>
        <p:nvSpPr>
          <p:cNvPr id="8" name="Shape 5"/>
          <p:cNvSpPr/>
          <p:nvPr/>
        </p:nvSpPr>
        <p:spPr>
          <a:xfrm>
            <a:off x="7928521" y="-95250"/>
            <a:ext cx="10477500" cy="10477500"/>
          </a:xfrm>
          <a:prstGeom prst="ellipse">
            <a:avLst/>
          </a:prstGeom>
          <a:gradFill rotWithShape="1">
            <a:gsLst>
              <a:gs pos="0">
                <a:srgbClr val="D96E11">
                  <a:alpha val="16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90771" y="2667000"/>
            <a:ext cx="4953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669357"/>
            <a:ext cx="23178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240857"/>
            <a:ext cx="14089127" cy="1062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2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preparo para comer hoy?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5684044"/>
            <a:ext cx="1177290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Recetas se pueden encontrar en cualquier lado, pero bien organizadas en ninguno.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995738"/>
            <a:ext cx="16002000" cy="9525"/>
          </a:xfrm>
          <a:prstGeom prst="rect">
            <a:avLst/>
          </a:prstGeom>
          <a:solidFill>
            <a:srgbClr val="3D373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290888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02147" y="2871788"/>
            <a:ext cx="322821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¿Costos?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5395913"/>
            <a:ext cx="16002000" cy="9525"/>
          </a:xfrm>
          <a:prstGeom prst="rect">
            <a:avLst/>
          </a:prstGeom>
          <a:solidFill>
            <a:srgbClr val="3D373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691063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02147" y="4271963"/>
            <a:ext cx="423503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¿Porciones?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143000" y="6091238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02147" y="5672138"/>
            <a:ext cx="423602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¿Saludable?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43000" y="6986588"/>
            <a:ext cx="17602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responder eso, nació Bocado.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900363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EQUILIBRIO DE UN BOCADO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395663"/>
            <a:ext cx="1373505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Alimentarse no significa comer más, sino comer mejor.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5453063"/>
            <a:ext cx="3714750" cy="1933575"/>
          </a:xfrm>
          <a:prstGeom prst="roundRect">
            <a:avLst>
              <a:gd name="adj" fmla="val 1182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1625" y="5995988"/>
            <a:ext cx="190500" cy="1905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6" name="Text 4"/>
          <p:cNvSpPr/>
          <p:nvPr/>
        </p:nvSpPr>
        <p:spPr>
          <a:xfrm>
            <a:off x="1571625" y="6415088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238750" y="5453063"/>
            <a:ext cx="3714750" cy="1933575"/>
          </a:xfrm>
          <a:prstGeom prst="roundRect">
            <a:avLst>
              <a:gd name="adj" fmla="val 1182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7375" y="5995988"/>
            <a:ext cx="190500" cy="1905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9" name="Text 7"/>
          <p:cNvSpPr/>
          <p:nvPr/>
        </p:nvSpPr>
        <p:spPr>
          <a:xfrm>
            <a:off x="5667375" y="6415088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34500" y="5453063"/>
            <a:ext cx="3714750" cy="1933575"/>
          </a:xfrm>
          <a:prstGeom prst="roundRect">
            <a:avLst>
              <a:gd name="adj" fmla="val 1182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63125" y="5995988"/>
            <a:ext cx="190500" cy="1905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2" name="Text 10"/>
          <p:cNvSpPr/>
          <p:nvPr/>
        </p:nvSpPr>
        <p:spPr>
          <a:xfrm>
            <a:off x="9763125" y="6415088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Sabor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3430250" y="5453063"/>
            <a:ext cx="3714750" cy="1933575"/>
          </a:xfrm>
          <a:prstGeom prst="roundRect">
            <a:avLst>
              <a:gd name="adj" fmla="val 1182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58875" y="5995988"/>
            <a:ext cx="190500" cy="19050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5" name="Text 13"/>
          <p:cNvSpPr/>
          <p:nvPr/>
        </p:nvSpPr>
        <p:spPr>
          <a:xfrm>
            <a:off x="13858875" y="6415088"/>
            <a:ext cx="3143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Saludable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777728"/>
            <a:ext cx="17602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143000" y="4339828"/>
            <a:ext cx="14716125" cy="3207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 es más que una aplicación que guarda recetas: Es un espacio para </a:t>
            </a:r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</a:t>
            </a:r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cocinar, </a:t>
            </a:r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</a:t>
            </a:r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conocimiento, </a:t>
            </a:r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ahorrar </a:t>
            </a:r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compras y </a:t>
            </a:r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 </a:t>
            </a:r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sano.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719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267200"/>
            <a:ext cx="176022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individuales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5581650"/>
            <a:ext cx="1275397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perfil, la creación de recetas y las herramientas que las hacen un proceso completo y replicable.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566988"/>
            <a:ext cx="9203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062288"/>
            <a:ext cx="861767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carta de presentación a la comunidad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5248275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5119688"/>
            <a:ext cx="14319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Biografía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5810250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5681663"/>
            <a:ext cx="11446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6372225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6243638"/>
            <a:ext cx="7289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6934200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1" name="Text 9"/>
          <p:cNvSpPr/>
          <p:nvPr/>
        </p:nvSpPr>
        <p:spPr>
          <a:xfrm>
            <a:off x="1428750" y="6805613"/>
            <a:ext cx="12211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Recetas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3000" y="7496175"/>
            <a:ext cx="95250" cy="95250"/>
          </a:xfrm>
          <a:prstGeom prst="ellipse">
            <a:avLst/>
          </a:prstGeom>
          <a:solidFill>
            <a:srgbClr val="D96E11"/>
          </a:solidFill>
          <a:ln/>
        </p:spPr>
      </p:sp>
      <p:sp>
        <p:nvSpPr>
          <p:cNvPr id="13" name="Text 11"/>
          <p:cNvSpPr/>
          <p:nvPr/>
        </p:nvSpPr>
        <p:spPr>
          <a:xfrm>
            <a:off x="1428750" y="7367587"/>
            <a:ext cx="15185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612511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5" name="Shape 13"/>
          <p:cNvSpPr/>
          <p:nvPr/>
        </p:nvSpPr>
        <p:spPr>
          <a:xfrm>
            <a:off x="11619309" y="1038225"/>
            <a:ext cx="4558903" cy="8210550"/>
          </a:xfrm>
          <a:prstGeom prst="roundRect">
            <a:avLst>
              <a:gd name="adj" fmla="val 7522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9309" y="1038225"/>
            <a:ext cx="4558903" cy="8210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40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382887" y="1038225"/>
            <a:ext cx="4012406" cy="8210550"/>
          </a:xfrm>
          <a:prstGeom prst="roundRect">
            <a:avLst>
              <a:gd name="adj" fmla="val 8546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2887" y="1038225"/>
            <a:ext cx="4012406" cy="821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86103" y="4024313"/>
            <a:ext cx="35587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RECETAS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183044" y="4519613"/>
            <a:ext cx="696180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ingredientes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2585829" y="5795963"/>
            <a:ext cx="455902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configurables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024313"/>
            <a:ext cx="9203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RECETAS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519613"/>
            <a:ext cx="920333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instrucciones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795963"/>
            <a:ext cx="83820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orden intercambiable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12511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11905357" y="1038225"/>
            <a:ext cx="3986808" cy="8210550"/>
          </a:xfrm>
          <a:prstGeom prst="roundRect">
            <a:avLst>
              <a:gd name="adj" fmla="val 8601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357" y="1038225"/>
            <a:ext cx="3986808" cy="8210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40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390626" y="1038225"/>
            <a:ext cx="3996928" cy="8210550"/>
          </a:xfrm>
          <a:prstGeom prst="roundRect">
            <a:avLst>
              <a:gd name="adj" fmla="val 8579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0626" y="1038225"/>
            <a:ext cx="3996928" cy="821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86103" y="3633788"/>
            <a:ext cx="35587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RECETAS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27180" y="4129088"/>
            <a:ext cx="8617671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para relacionar la receta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2233687" y="6186488"/>
            <a:ext cx="491116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Dificultad · Estadísticas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429000"/>
            <a:ext cx="100079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CLAVE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924300"/>
            <a:ext cx="1000797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de costos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200650"/>
            <a:ext cx="9429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compraste? ¿A qué precio?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6000750"/>
            <a:ext cx="833913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proporcionalmente el costo en materia prima. Un aliado fuerte para quien quiere emprender.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978182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" name="Shape 5"/>
          <p:cNvSpPr/>
          <p:nvPr/>
        </p:nvSpPr>
        <p:spPr>
          <a:xfrm>
            <a:off x="11462445" y="1038225"/>
            <a:ext cx="5604123" cy="8210550"/>
          </a:xfrm>
          <a:prstGeom prst="roundRect">
            <a:avLst>
              <a:gd name="adj" fmla="val 6119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2445" y="1038225"/>
            <a:ext cx="5604123" cy="8210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719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267200"/>
            <a:ext cx="176022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 y comunidad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5581650"/>
            <a:ext cx="12753975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confianza no la genera un algoritmo, sino las propias personas.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905250"/>
            <a:ext cx="9203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4400550"/>
            <a:ext cx="920333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principal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524500"/>
            <a:ext cx="833913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descubrimiento ocurre naturalmente. Podés filtrar por nombre, autor o etiquetas.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612511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11913096" y="1038225"/>
            <a:ext cx="3971330" cy="8210550"/>
          </a:xfrm>
          <a:prstGeom prst="roundRect">
            <a:avLst>
              <a:gd name="adj" fmla="val 8634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096" y="1038225"/>
            <a:ext cx="3971330" cy="8210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40" y="85725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D96E11">
                  <a:alpha val="14000"/>
                </a:srgbClr>
              </a:gs>
              <a:gs pos="70000">
                <a:srgbClr val="D96E1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490341" y="1038225"/>
            <a:ext cx="3797350" cy="8210550"/>
          </a:xfrm>
          <a:prstGeom prst="roundRect">
            <a:avLst>
              <a:gd name="adj" fmla="val 9030"/>
            </a:avLst>
          </a:prstGeom>
          <a:ln w="9525">
            <a:solidFill>
              <a:srgbClr val="3D3732"/>
            </a:solidFill>
            <a:prstDash val="solid"/>
          </a:ln>
          <a:effectLst>
            <a:outerShdw sx="100000" sy="100000" kx="0" ky="0" algn="bl" rotWithShape="0" blurRad="952500" dist="3810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0341" y="1038225"/>
            <a:ext cx="3797350" cy="8210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84767" y="3643313"/>
            <a:ext cx="24600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INTERACCIONES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98104" y="4138613"/>
            <a:ext cx="754674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Compartí! Comenta!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805714" y="5357813"/>
            <a:ext cx="833913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favoritos, calificaciones y seguidores: todo bien que le hacés a la comunidad vuelve en forma de recomendaciones.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570089"/>
            <a:ext cx="17602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143000" y="5132189"/>
            <a:ext cx="14716125" cy="1622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verdadero valor de una receta no está en tenerla, está en compartirla.</a:t>
            </a:r>
            <a:endParaRPr lang="en-US" sz="4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43213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338513"/>
            <a:ext cx="1373505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Bocado seguirá el mismo camino de descubrimiento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5395913"/>
            <a:ext cx="5079950" cy="2047875"/>
          </a:xfrm>
          <a:prstGeom prst="roundRect">
            <a:avLst>
              <a:gd name="adj" fmla="val 1116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5938838"/>
            <a:ext cx="46449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1625" y="6472238"/>
            <a:ext cx="46449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Semanal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603950" y="5395913"/>
            <a:ext cx="5080099" cy="2047875"/>
          </a:xfrm>
          <a:prstGeom prst="roundRect">
            <a:avLst>
              <a:gd name="adj" fmla="val 1116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32575" y="5938838"/>
            <a:ext cx="46451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32575" y="6472238"/>
            <a:ext cx="464513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Nutricional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065050" y="5395913"/>
            <a:ext cx="5079950" cy="2047875"/>
          </a:xfrm>
          <a:prstGeom prst="roundRect">
            <a:avLst>
              <a:gd name="adj" fmla="val 11163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93675" y="5938838"/>
            <a:ext cx="46449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93675" y="6472238"/>
            <a:ext cx="46449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Contenido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006" y="3467100"/>
            <a:ext cx="22899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216" kern="0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580511" y="3962400"/>
            <a:ext cx="712682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 Premium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000250" y="5238750"/>
            <a:ext cx="4508450" cy="1581150"/>
          </a:xfrm>
          <a:prstGeom prst="roundRect">
            <a:avLst>
              <a:gd name="adj" fmla="val 14458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62495" y="5705475"/>
            <a:ext cx="41839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espacio de guardado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889700" y="5238750"/>
            <a:ext cx="4508599" cy="1581150"/>
          </a:xfrm>
          <a:prstGeom prst="roundRect">
            <a:avLst>
              <a:gd name="adj" fmla="val 14458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85069" y="5705475"/>
            <a:ext cx="391786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Distinciones especiales de perfil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779300" y="5238750"/>
            <a:ext cx="4508450" cy="1581150"/>
          </a:xfrm>
          <a:prstGeom prst="roundRect">
            <a:avLst>
              <a:gd name="adj" fmla="val 14458"/>
            </a:avLst>
          </a:prstGeom>
          <a:solidFill>
            <a:srgbClr val="241D17"/>
          </a:solidFill>
          <a:ln w="9525">
            <a:solidFill>
              <a:srgbClr val="3D37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4671" y="5705475"/>
            <a:ext cx="391770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visibilidad en la comunidad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057525"/>
            <a:ext cx="176022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representa Bocado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4333875"/>
            <a:ext cx="5130701" cy="1285875"/>
          </a:xfrm>
          <a:prstGeom prst="roundRect">
            <a:avLst>
              <a:gd name="adj" fmla="val 14815"/>
            </a:avLst>
          </a:prstGeom>
          <a:ln w="9525">
            <a:solidFill>
              <a:srgbClr val="3D37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1764" y="4762500"/>
            <a:ext cx="511317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78501" y="4333875"/>
            <a:ext cx="5130850" cy="1285875"/>
          </a:xfrm>
          <a:prstGeom prst="roundRect">
            <a:avLst>
              <a:gd name="adj" fmla="val 14815"/>
            </a:avLst>
          </a:prstGeom>
          <a:ln w="9525">
            <a:solidFill>
              <a:srgbClr val="3D37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7263" y="4762500"/>
            <a:ext cx="51133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2014150" y="4333875"/>
            <a:ext cx="5130850" cy="1285875"/>
          </a:xfrm>
          <a:prstGeom prst="roundRect">
            <a:avLst>
              <a:gd name="adj" fmla="val 14815"/>
            </a:avLst>
          </a:prstGeom>
          <a:ln w="9525">
            <a:solidFill>
              <a:srgbClr val="3D37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22913" y="4762500"/>
            <a:ext cx="51133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143000" y="5924550"/>
            <a:ext cx="5130701" cy="1304925"/>
          </a:xfrm>
          <a:prstGeom prst="roundRect">
            <a:avLst>
              <a:gd name="adj" fmla="val 14599"/>
            </a:avLst>
          </a:prstGeom>
          <a:ln w="9525">
            <a:solidFill>
              <a:srgbClr val="3D37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1764" y="6353175"/>
            <a:ext cx="5113172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Economía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578501" y="5924550"/>
            <a:ext cx="5130850" cy="1304925"/>
          </a:xfrm>
          <a:prstGeom prst="roundRect">
            <a:avLst>
              <a:gd name="adj" fmla="val 14599"/>
            </a:avLst>
          </a:prstGeom>
          <a:ln w="9525">
            <a:solidFill>
              <a:srgbClr val="3D37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7263" y="6353175"/>
            <a:ext cx="511332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2014150" y="5924550"/>
            <a:ext cx="5130850" cy="1304925"/>
          </a:xfrm>
          <a:prstGeom prst="roundRect">
            <a:avLst>
              <a:gd name="adj" fmla="val 14599"/>
            </a:avLst>
          </a:prstGeom>
          <a:ln w="19050">
            <a:solidFill>
              <a:srgbClr val="D96E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32438" y="6362700"/>
            <a:ext cx="50942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7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3124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38983" y="4572000"/>
            <a:ext cx="800988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 la presentación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884134" y="5619750"/>
            <a:ext cx="45197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6E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una vida mejor.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875731" y="6810375"/>
            <a:ext cx="25365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A19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gracias.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2026-07-09T21:48:28Z</dcterms:created>
  <dcterms:modified xsi:type="dcterms:W3CDTF">2026-07-09T21:48:28Z</dcterms:modified>
</cp:coreProperties>
</file>